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AI Agent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resume-aware practice platform that captures live interview conversation and helps candidates respond with confidence.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&amp; built by  </a:t>
            </a:r>
            <a:pPr indent="0" marL="0">
              <a:buNone/>
            </a:pPr>
            <a:r>
              <a:rPr lang="en-US" sz="12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icons/Fa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442523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4297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FaMicro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839" y="44252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0" y="4297680"/>
            <a:ext cx="566928" cy="566928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15" name="Image 2" descr="icons/FaDesk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159" y="442523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OpenAI  ·  pywebview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practice is often generic — this tool personalizes it using the candidate's own resume.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aFile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4403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Resume-Aware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PDF, DOCX, or TXT resume and the app extracts skills, education, projects, and experience automatically.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860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FaMicro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465" y="24403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Transcript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interviewer and candidate speech into a running, timestamped transcript during a mock session.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86000"/>
            <a:ext cx="685800" cy="68580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16" name="Image 2" descr="icons/Fa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244030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6118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candidate-style answers using only resume facts — no invented experience, via OpenAI or a smart fallback.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application flows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resume upload to a full interview transcript, in six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opens the local app at 127.0.0.1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2084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Resume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parsed into a structured profile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2084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Interview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created; candidate profile loaded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370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Speech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segments logged with speaker + timestamp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370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Answer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grounded response from resume context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370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Transcript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available to replay or export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Seven-phase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 shipped today; five phases ahead on the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698480" cy="0"/>
          </a:xfrm>
          <a:prstGeom prst="line">
            <a:avLst/>
          </a:prstGeom>
          <a:noFill/>
          <a:ln w="25400">
            <a:solidFill>
              <a:srgbClr val="3C4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2889504"/>
            <a:ext cx="256032" cy="256032"/>
          </a:xfrm>
          <a:prstGeom prst="ellipse">
            <a:avLst/>
          </a:prstGeom>
          <a:solidFill>
            <a:srgbClr val="FF8C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" y="1856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F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78024" y="2889504"/>
            <a:ext cx="256032" cy="256032"/>
          </a:xfrm>
          <a:prstGeom prst="ellipse">
            <a:avLst/>
          </a:prstGeom>
          <a:solidFill>
            <a:srgbClr val="FF8C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Display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F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61104" y="2889504"/>
            <a:ext cx="256032" cy="256032"/>
          </a:xfrm>
          <a:prstGeom prst="ellipse">
            <a:avLst/>
          </a:prstGeom>
          <a:solidFill>
            <a:srgbClr val="3C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1856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2889504"/>
            <a:ext cx="256032" cy="256032"/>
          </a:xfrm>
          <a:prstGeom prst="ellipse">
            <a:avLst/>
          </a:prstGeom>
          <a:solidFill>
            <a:srgbClr val="3C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27264" y="2889504"/>
            <a:ext cx="256032" cy="256032"/>
          </a:xfrm>
          <a:prstGeom prst="ellipse">
            <a:avLst/>
          </a:prstGeom>
          <a:solidFill>
            <a:srgbClr val="3C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78040" y="1856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10344" y="2889504"/>
            <a:ext cx="256032" cy="256032"/>
          </a:xfrm>
          <a:prstGeom prst="ellipse">
            <a:avLst/>
          </a:prstGeom>
          <a:solidFill>
            <a:srgbClr val="3C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112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393424" y="2889504"/>
            <a:ext cx="256032" cy="256032"/>
          </a:xfrm>
          <a:prstGeom prst="ellipse">
            <a:avLst/>
          </a:prstGeom>
          <a:solidFill>
            <a:srgbClr val="3C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4420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744200" y="1856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4420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stack, packaged for both web and desktop.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a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2825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&amp; routing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Fa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71" y="22825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 response generation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148840"/>
            <a:ext cx="594360" cy="59436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16" name="Image 2" descr="icons/FaFile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11" y="22825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pdfplumber / python-docx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(PDF, DOCX, TXT)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FaDesk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131" y="433997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pywebview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desktop window wrapper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206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FaLayerGro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171" y="433997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PyInstaller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app into a Windows .exe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206240"/>
            <a:ext cx="594360" cy="59436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31" name="Image 5" descr="icons/Fa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211" y="433997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248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secret management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parsing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resume converted into a structured candidate profile.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sample_resume.txt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Manoj Sharma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manoj@example.com  |  +91-9999-999999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Full-Stack Developer, 5 yrs — Python, data science, BI.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B.Tech IT — Lovely Professional University (2019-2023)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Developer — Tech Solutions Inc. (2022-Present)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Developer — Data Analytics Corp. (2021-2022)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3566160"/>
            <a:ext cx="640080" cy="64008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8" name="Image 0" descr="icons/FaProject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658" y="3710178"/>
            <a:ext cx="352044" cy="3520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74520"/>
            <a:ext cx="44805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0664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Parsed candidate profile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0664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91540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Sharma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found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1540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(Python, SQL, Flask, TensorFlow…)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3703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1540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entry (B.Tech IT)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06640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9154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4800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1540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(incl. Air Pollution Prediction)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0" y="5349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15400" y="5349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(Google, AWS, Coursera)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app,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interview screen — voice controls, transcript, and private practice responses.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856232"/>
            <a:ext cx="5888736" cy="3241635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5669280" cy="30221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62459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 controls &amp; live transcript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48272" y="1856232"/>
            <a:ext cx="4882896" cy="2534946"/>
          </a:xfrm>
          <a:prstGeom prst="roundRect">
            <a:avLst>
              <a:gd name="adj" fmla="val 28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8" name="Image 1" descr="screensho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663440" cy="23154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455577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Practice-response panel with word-count tracking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API endpoints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routes that power resume upload, chat, and transcript management.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/api/upload-resume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&amp; parse a resume file into a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/api/get-profile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the current candidate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/api/start-session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a new interview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/api/add-transcript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a speaker segment to the transcript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/api/get-transcript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the full session transcript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/api/clear-transcript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the transcript for a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 resume-grounded interview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server health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Flask app powers both a browser workflow and a packaged desktop app.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a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858" y="24300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locally (app.py)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4617720" cy="13716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7548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Flask app on http://localhost:5000 — best for iterating on templates and API routes.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286000"/>
            <a:ext cx="640080" cy="64008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12" name="Image 1" descr="icons/FaDesk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418" y="24300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as desktop app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29400" y="3154680"/>
            <a:ext cx="4617720" cy="13716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./run_app.ps1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pyinstaller --onefile --windowed \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"Personal AI Agent" \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desktop_app.py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629400" y="47548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desktop_app.py starts Flask on a background thread and opens it in a native pywebview window — output .exe lands in dist/.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Flask config classes keep secrets and behavior separate from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6" name="Image 0" descr="icons/Fa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variables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FLASK_ENV=development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SECRET_KEY=your-secret-key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OPENAI_API_KEY=sk-...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MODEL_TYPE=gpt-3.5-turbo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OLLAMA_BASE_URL=http://localhost:11434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CF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MAX_UPLOAD_SIZE=16777216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FaToo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config classes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55080" y="3072384"/>
            <a:ext cx="146304" cy="146304"/>
          </a:xfrm>
          <a:prstGeom prst="ellipse">
            <a:avLst/>
          </a:prstGeom>
          <a:solidFill>
            <a:srgbClr val="FF8C61"/>
          </a:solidFill>
          <a:ln/>
        </p:spPr>
      </p:sp>
      <p:sp>
        <p:nvSpPr>
          <p:cNvPr id="14" name="Text 10"/>
          <p:cNvSpPr/>
          <p:nvPr/>
        </p:nvSpPr>
        <p:spPr>
          <a:xfrm>
            <a:off x="662940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2940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DEBUG=True — active local build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55080" y="3849624"/>
            <a:ext cx="146304" cy="146304"/>
          </a:xfrm>
          <a:prstGeom prst="ellipse">
            <a:avLst/>
          </a:prstGeom>
          <a:solidFill>
            <a:srgbClr val="FF8C61"/>
          </a:solidFill>
          <a:ln/>
        </p:spPr>
      </p:sp>
      <p:sp>
        <p:nvSpPr>
          <p:cNvPr id="17" name="Text 13"/>
          <p:cNvSpPr/>
          <p:nvPr/>
        </p:nvSpPr>
        <p:spPr>
          <a:xfrm>
            <a:off x="6629400" y="3685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2940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DEBUG=False — deployment target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55080" y="4626864"/>
            <a:ext cx="146304" cy="146304"/>
          </a:xfrm>
          <a:prstGeom prst="ellipse">
            <a:avLst/>
          </a:prstGeom>
          <a:solidFill>
            <a:srgbClr val="FF8C61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4462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2940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DEBUG=True, TESTING=True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35508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modes: 16MB max upload, allowed types pdf / docx / txt.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tools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help of the following AI assistants and development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4584" y="21945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1804" y="25603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a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683" y="27351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744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7464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coding assistance &amp; drafting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22296" y="21945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9516" y="2560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Fa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395" y="273519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9456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005176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code review, and documentation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90008" y="21945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07228" y="2560320"/>
            <a:ext cx="777240" cy="777240"/>
          </a:xfrm>
          <a:prstGeom prst="ellipse">
            <a:avLst/>
          </a:prstGeom>
          <a:solidFill>
            <a:srgbClr val="FF8C61"/>
          </a:solidFill>
          <a:ln/>
        </p:spPr>
      </p:sp>
      <p:pic>
        <p:nvPicPr>
          <p:cNvPr id="16" name="Image 2" descr="icons/Fa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07" y="273519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7168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72888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up-to-date reference lookups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7720" y="21945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74940" y="25603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Fa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19" y="273519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488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API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40600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backend powering chat responses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25432" y="21945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2652" y="2560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Fa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7531" y="273519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62592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808312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editor for writing &amp; testing code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names are used for attribution only; this project is independent and unaffiliated with these providers.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 live.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to go.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a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3323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detection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interviewer questions in the live transcript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Fa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41010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generation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5448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AI-suggested responses using resume context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Fa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487832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36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54480" y="5029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&amp; topic breakdown with charts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OpenAI · pywebview · PyInstaller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AI Agent</dc:title>
  <dc:subject>PptxGenJS Presentation</dc:subject>
  <dc:creator>Manoj</dc:creator>
  <cp:lastModifiedBy>Manoj</cp:lastModifiedBy>
  <cp:revision>1</cp:revision>
  <dcterms:created xsi:type="dcterms:W3CDTF">2026-07-05T17:01:57Z</dcterms:created>
  <dcterms:modified xsi:type="dcterms:W3CDTF">2026-07-05T17:01:57Z</dcterms:modified>
</cp:coreProperties>
</file>